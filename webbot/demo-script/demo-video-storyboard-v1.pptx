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ebfilebot.com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anada.ca/en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d.webfilebot.com/static/navigation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d.webfilebot.com/static/editor.html?pageId=%2Fcanadasite%2Fen%2Fcanada-water-agency%2Findigenous-collaboration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Modern Content Platform for Canada.ca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CCDD"/>
                </a:solidFill>
                <a:latin typeface="Calibri"/>
              </a:defRPr>
            </a:pPr>
            <a:r>
              <a:t>Demo Video Script &amp;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AACC"/>
                </a:solidFill>
                <a:latin typeface="Calibri"/>
              </a:defRPr>
            </a:pPr>
            <a:r>
              <a:t>FileBot · Webbot · AnalyBot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88AA"/>
                </a:solidFill>
                <a:latin typeface="Calibri"/>
              </a:defRPr>
            </a:pPr>
            <a:r>
              <a:t>Prepared for Canada.ca RFP Response —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Calibri"/>
              </a:defRPr>
            </a:pPr>
            <a:r>
              <a:t>Scene-by-scene walkthrough of the 12-minute demo video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Demo Video — Scene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F8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Opening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17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Team intro + value prop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5486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F8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1min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FileBot · Webbot · AnalyBot — 3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F8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FileBot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06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2min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Sitemap Import, Analytics, User Mgmt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F8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Data Migration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1.5min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Bookmarklet single-page import in 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4904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F8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794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Webbot CMS Workflow 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94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5min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Create → Edit → Component → Image → Save → Preview → Publish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43400"/>
            <a:ext cx="11247120" cy="5486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F8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AI Capabilities 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389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2min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Q&amp;A, Assistant, Image Tagging, Translation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F8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983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AnalyBot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983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1min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983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Analytics &amp; event tracking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F8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Comparison + Closing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577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1.5min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577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Feature comparison table vs Adobe AEM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F8A"/>
                </a:solidFill>
                <a:latin typeface="Calibri"/>
              </a:defRPr>
            </a:pPr>
            <a:r>
              <a:t>Total Runtime: ~12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1 — Opening (30s)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🎬 Screen: Team logo + headshots — PhD, ex-Canada.ca lead, AI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🗣 Voiceover: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"We've assembled a team with deep expertise — a PhD with 30 years of software development,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 former Canada.ca technical lead with 20 years of experience, and an advanced AI system.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Together, we built a modern content management platform purpose-built for government-scale websites."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💡 Key message: Team credibility + platform purpose =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🗣 Focus on team credentials — this establishes authority immediately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2 — Platform Overview (1min)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🎬 Screen: 3 modules displayed side by side — </a:t>
            </a:r>
            <a:r>
              <a:rPr dirty="0" err="1"/>
              <a:t>FileBot</a:t>
            </a:r>
            <a:r>
              <a:rPr dirty="0"/>
              <a:t> | </a:t>
            </a:r>
            <a:r>
              <a:rPr dirty="0" err="1"/>
              <a:t>Webbot</a:t>
            </a:r>
            <a:r>
              <a:rPr dirty="0"/>
              <a:t> | </a:t>
            </a:r>
            <a:r>
              <a:rPr dirty="0" err="1"/>
              <a:t>AnalyBot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🗣 Voiceover introduces the three modules: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FileBot</a:t>
            </a:r>
            <a:r>
              <a:rPr dirty="0"/>
              <a:t> — Digital Asset Management (like Adobe DAM)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Webbot</a:t>
            </a:r>
            <a:r>
              <a:rPr dirty="0"/>
              <a:t> — Content Management &amp; Publishing (like Adobe CMS)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AnalyBot</a:t>
            </a:r>
            <a:r>
              <a:rPr dirty="0"/>
              <a:t> — Analytics &amp; Event Tracking (like Adobe Analytics)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💡 "But here's where we differ — we go far beyond what Adobe offers. Let me show you."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🎯 Objective: Establish equivalency first, then differentiation</a:t>
            </a:r>
            <a:endParaRPr lang="en-CA"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lang="en-CA"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URL: </a:t>
            </a:r>
            <a:r>
              <a:rPr lang="en-CA" dirty="0" err="1">
                <a:hlinkClick r:id="rId2"/>
              </a:rPr>
              <a:t>WebFileBot</a:t>
            </a:r>
            <a:r>
              <a:rPr lang="en-CA" dirty="0">
                <a:hlinkClick r:id="rId2"/>
              </a:rPr>
              <a:t> — Intelligent Content Management Platform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3 — FileBot Dashboard (2min)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🎬 Screen: FileBot dashboard showing the full menu (~12 features)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Slow camera pan across the feature list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🗣 Introduce the dashboard and highlight 3 key features: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1️⃣ Sitemap Import — Data migration powerhouse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   'Feed it a sitemap → auto-rebuilds page structure'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2️⃣ Analytics — Real-time content performance dashboards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   'Page views, user engagement, traffic patterns'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3️⃣ User Management — Granular role-based access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   'Down to the page level'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🎯 Objective: Show breadth of capabilities without deep-diving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4 — Data Migration Demo (1.5min)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🎬 Screen: Browser on a legacy Canada.ca page → click Bookmarklet → page captured in </a:t>
            </a:r>
            <a:r>
              <a:rPr dirty="0" err="1"/>
              <a:t>Webbot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🗣 Voiceover: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"Two approaches: bulk import via sitemap, and single-page via Bookmarklet"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Step-by-step: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1. Open existing government page in browser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2. Click Bookmarklet from bookmarks bar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3. Content automatically captured — title, body, metadata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4. Switch to </a:t>
            </a:r>
            <a:r>
              <a:rPr dirty="0" err="1"/>
              <a:t>Webbot</a:t>
            </a:r>
            <a:r>
              <a:rPr dirty="0"/>
              <a:t> — new page already created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5. "Just like that — no manual copy-paste, no data loss"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🎯 Impact: Migration painless = lower risk, lower cost</a:t>
            </a:r>
            <a:endParaRPr lang="en-CA"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lang="en-CA"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URL: </a:t>
            </a:r>
            <a:r>
              <a:rPr lang="en-CA" dirty="0">
                <a:hlinkClick r:id="rId2"/>
              </a:rPr>
              <a:t>Home - Canada.ca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5a — Create a Page (30s)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🎬 Screen: </a:t>
            </a:r>
            <a:r>
              <a:rPr dirty="0" err="1"/>
              <a:t>Webbot</a:t>
            </a:r>
            <a:r>
              <a:rPr dirty="0"/>
              <a:t> admin → Click 'New Page'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• Enter title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• Select path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• Choose language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• Pick a template (10+ available)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🗣 "Creating a new page is straightforward. We have over 10 templates,"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 "each purpose-built for different content types."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💡 Subtle jab: 10+ templates vs Adobe's 7 (most unused)</a:t>
            </a:r>
            <a:endParaRPr lang="en-CA"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lang="en-CA"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URL: </a:t>
            </a:r>
            <a:r>
              <a:rPr lang="en-CA" dirty="0">
                <a:hlinkClick r:id="rId2"/>
              </a:rPr>
              <a:t>WebBot Page Navigation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5b — Components (1min)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  Our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✅ 100+ components</a:t>
            </a:r>
          </a:p>
          <a:p>
            <a:pPr>
              <a:spcAft>
                <a:spcPts val="6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✅ 10+ templates</a:t>
            </a:r>
          </a:p>
          <a:p>
            <a:pPr>
              <a:spcAft>
                <a:spcPts val="6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✅ Components have NO BOUNDARIES</a:t>
            </a:r>
          </a:p>
          <a:p>
            <a:pPr>
              <a:spcAft>
                <a:spcPts val="6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✅ Any element combo = a component</a:t>
            </a:r>
          </a:p>
          <a:p>
            <a:pPr>
              <a:spcAft>
                <a:spcPts val="6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✅ HTML Mustache + API = easy to extend</a:t>
            </a:r>
          </a:p>
          <a:p>
            <a:pPr>
              <a:spcAft>
                <a:spcPts val="600"/>
              </a:spcAft>
              <a:defRPr sz="1600">
                <a:solidFill>
                  <a:srgbClr val="27AE60"/>
                </a:solidFill>
                <a:latin typeface="Calibri"/>
              </a:defRPr>
            </a:pPr>
            <a:r>
              <a:t>✅ Publisher/Designer can create — no dev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  Adobe AEM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74C3C"/>
                </a:solidFill>
                <a:latin typeface="Calibri"/>
              </a:defRPr>
            </a:pPr>
            <a:r>
              <a:t>❌ ~10 components (in 10+ years)</a:t>
            </a:r>
          </a:p>
          <a:p>
            <a:pPr>
              <a:spcAft>
                <a:spcPts val="600"/>
              </a:spcAft>
              <a:defRPr sz="1600">
                <a:solidFill>
                  <a:srgbClr val="E74C3C"/>
                </a:solidFill>
                <a:latin typeface="Calibri"/>
              </a:defRPr>
            </a:pPr>
            <a:r>
              <a:t>❌ 7 templates (most unused)</a:t>
            </a:r>
          </a:p>
          <a:p>
            <a:pPr>
              <a:spcAft>
                <a:spcPts val="600"/>
              </a:spcAft>
              <a:defRPr sz="1600">
                <a:solidFill>
                  <a:srgbClr val="E74C3C"/>
                </a:solidFill>
                <a:latin typeface="Calibri"/>
              </a:defRPr>
            </a:pPr>
            <a:r>
              <a:t>❌ Relies on 1 Generic HTML component</a:t>
            </a:r>
          </a:p>
          <a:p>
            <a:pPr>
              <a:spcAft>
                <a:spcPts val="600"/>
              </a:spcAft>
              <a:defRPr sz="1600">
                <a:solidFill>
                  <a:srgbClr val="E74C3C"/>
                </a:solidFill>
                <a:latin typeface="Calibri"/>
              </a:defRPr>
            </a:pPr>
            <a:r>
              <a:t>❌ Creating components requires developers</a:t>
            </a:r>
          </a:p>
          <a:p>
            <a:pPr>
              <a:spcAft>
                <a:spcPts val="600"/>
              </a:spcAft>
              <a:defRPr sz="1600">
                <a:solidFill>
                  <a:srgbClr val="E74C3C"/>
                </a:solidFill>
                <a:latin typeface="Calibri"/>
              </a:defRPr>
            </a:pPr>
            <a:r>
              <a:t>❌ Rigid, hard to extend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🗣 "Adding components is drag and drop. And anyone can create new ones — no developer required. That's flexibility."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5c — WYSIWYG In-Place Editing (1min)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🎬 Screen: Click text directly on page → it becomes editable right there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🗣 Voiceover: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"What You See Is What You Get — and What You See Is What You Edit"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Click a heading → edit it in place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No pop-ups, no modal windows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No toggle between edit/preview modes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💡 Direct contrast: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"With Adobe, editors toggle between views and fight pop-up dialogs.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 Our approach: you see the page exactly as it will appear."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5d — Add Image / Drag &amp; Drop (1min)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🎬 Screen: Open asset library from FileBot → drag image into page component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🗣 Voiceover highlights: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No upload dialogs, no file pickers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Image auto-fits into layout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Every image is AI auto-tagged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"Adding images is as seamless as drag and drop"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💡 Double demonstration: shows both FileBot + Webbot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5e-5f — Save → Preview → Publish (1min)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🎬 Screen: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1. Click Save → confirmation message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2. Click Preview → rendered page shows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3. Click Publish → success → live URL works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🗣 "One click save. One click preview. One click publish. The entire workflow is seamless."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💡 Emphasize: End-to-end workflow in one unified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Scene 6 — AI Capabilities ⭐ (2min)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Calibri"/>
              </a:defRPr>
            </a:pPr>
            <a:r>
              <a:t>"Features that Adobe simply does not offer"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6a — AI Q&amp;A Search (1min)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🎬 Screen: User types a question → AI returns precise answer with source citation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🗣 Voiceover: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"Our AI-powered Q&amp;A Search lets users ask natural language questions"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"and get precise answers — not just search results."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Example: 'What are the eligibility requirements for Employment Insurance?'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→ AI finds exact answer from content, citing its source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💡 "This isn't keyword search. This is true semantic understanding."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6b — AI Assistant / ChatBot (30s)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🎬 Screen: AI Assistant conversation window — Q&amp;A interactions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🗣 'Our AI Assistant works alongside content editors — helping draft content,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 suggesting improvements, answering platform questions."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💡 "Like having an extra team member who never sleeps."</a:t>
            </a:r>
            <a:endParaRPr lang="en-CA"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lang="en-CA"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Note: place an Alert component in editor. And from AI assistant input “make it blue”, “make it warning”, “make it danger”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6c — AI Image Auto-Tagging (15s)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🎬 Screen: Image displayed → tags auto-generated and appear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🗣 'Every image uploaded to </a:t>
            </a:r>
            <a:r>
              <a:rPr dirty="0" err="1"/>
              <a:t>FileBot</a:t>
            </a:r>
            <a:r>
              <a:rPr dirty="0"/>
              <a:t> is automatically tagged by our AI.'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 'No manual tagging, no metadata entry.'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 'The AI understands what's in the image and generates relevant tags instantly.'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💡 Makes entire asset library searchable without manual effort</a:t>
            </a:r>
            <a:endParaRPr lang="en-CA"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lang="en-CA"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Note </a:t>
            </a:r>
            <a:r>
              <a:rPr lang="en-CA" dirty="0">
                <a:hlinkClick r:id="rId2"/>
              </a:rPr>
              <a:t>WebBot Page Editor – Simple</a:t>
            </a:r>
            <a:r>
              <a:rPr lang="en-CA" dirty="0"/>
              <a:t> Resource -&gt; images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6d — AI Translation / Bilingual (15s)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🎬 Screen: Page being translated EN ↔ FR, side-by-side comparison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🗣 'With built-in AI translation, bilingual content is no longer a manual chore.'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 'Translate entire pages between English and French with one click'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   '— preserving layout, formatting, and structure.'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💡 Critical for Canada.ca — bilingual mandate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7 — AnalyBot (1min)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🎬 Screen: AnalyBot dashboard — event tracking interface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🗣 'AnalyBot rounds out our platform with comprehensive analytics.'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 'Track user behavior, page performance, and content engagement in real time.'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 'Every event — page views, clicks, searches — is captured and visualized.'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💡 Data-driven content decisions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Scene 8 — Feature Comparison vs Adobe AEM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97680" y="1005840"/>
            <a:ext cx="3657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1005840"/>
            <a:ext cx="384048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Our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Adobe AEM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55279" y="155448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5910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DAM (Digital Asset Management)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5910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59105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93392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1993392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1993392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029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CMS (Content Management)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029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0299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32304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2432304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79" y="2432304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71216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80" y="2871216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79" y="2871216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2907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Data Migration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2907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 Sitemap + Bookmarklet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077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❌ 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310128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97680" y="3310128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55279" y="3310128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3467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100+ Components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33467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 100+ / 10+ Templates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334670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❌ ~10 components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74904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97680" y="3749040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955279" y="374904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37856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Component Creation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37856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 Publisher/Designer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378561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❌ Requires developer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87952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297680" y="4187952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955279" y="4187952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4224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AI Image Auto-Tagging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4224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2245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626864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297680" y="4626864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955279" y="4626864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AI Image Search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 Built-in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4663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❌ 3rd party needed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065776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297680" y="5065776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955279" y="5065776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48640" y="51023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AI Translation / Bilingual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51023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 One-click EN↔FR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51023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504688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297680" y="5504688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955279" y="5504688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48640" y="55412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AI Q&amp;A Search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0" y="55412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 Semantic search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5279" y="554126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94360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297680" y="5943600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955279" y="594360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8640" y="59801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AI Assistant / ChatBot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97680" y="59801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✅ Built-in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55279" y="598017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🗣 "We match Adobe feature for feature. But where we win is in what Adobe cannot do."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41906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6000"/>
                </a:solidFill>
              </a:defRPr>
            </a:pPr>
            <a:r>
              <a:t>Security: Internet + Intranet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97680" y="641906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✅ Internet + Intranet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55279" y="641906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❌ Internet only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685795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6000"/>
                </a:solidFill>
              </a:defRPr>
            </a:pPr>
            <a:r>
              <a:t>Security: Password + Token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7680" y="685795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✅ Password + Token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55279" y="685795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❌ Password only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Choose 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✅ Decades of direct government CMS experience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✅ Hands-on Canada.ca expertise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✅ 100+ components and growing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✅ Complete AI suite — Adobe has none of it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✅ Built-in data migration — Adobe has no solution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✅ Purpose-built for government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AACC"/>
                </a:solidFill>
                <a:latin typeface="Calibri"/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Production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📦 Staging Environment: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Webbot + FileBot + AnalyBot fully deployed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2-3 editable test pages with content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Test image for drag-and-drop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Bookmarklet configured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AI features deployed (Q&amp;A, Assistant, Translation, Tagging)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🎥 Recording: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1920×1080, 60fps screen capture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Professional mic for voiceover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Target runtime: under 12 minutes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🎬 Post-Production: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Animate comparison table rows appearing one by one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Subtle background music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Optional English + French subtitles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1682</Words>
  <Application>Microsoft Office PowerPoint</Application>
  <PresentationFormat>Widescreen</PresentationFormat>
  <Paragraphs>267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Hongbin Yu</cp:lastModifiedBy>
  <cp:revision>2</cp:revision>
  <dcterms:created xsi:type="dcterms:W3CDTF">2013-01-27T09:14:16Z</dcterms:created>
  <dcterms:modified xsi:type="dcterms:W3CDTF">2026-07-06T20:16:21Z</dcterms:modified>
  <cp:category/>
</cp:coreProperties>
</file>